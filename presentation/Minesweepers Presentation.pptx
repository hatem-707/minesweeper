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12192000"/>
  <p:notesSz cx="6858000" cy="9144000"/>
  <p:embeddedFontLst>
    <p:embeddedFont>
      <p:font typeface="Cairo"/>
      <p:regular r:id="rId9"/>
      <p:bold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Cairo-bold.fntdata"/><Relationship Id="rId9" Type="http://schemas.openxmlformats.org/officeDocument/2006/relationships/font" Target="fonts/Cair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B3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5715000" y="5321498"/>
            <a:ext cx="762000" cy="38100"/>
          </a:xfrm>
          <a:prstGeom prst="roundRect">
            <a:avLst>
              <a:gd fmla="val 50000" name="adj"/>
            </a:avLst>
          </a:prstGeom>
          <a:solidFill>
            <a:srgbClr val="00AC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4171596" y="3955230"/>
            <a:ext cx="3774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rPr>
              <a:t>TEAM NAME</a:t>
            </a:r>
            <a:endParaRPr sz="2700">
              <a:solidFill>
                <a:schemeClr val="lt1"/>
              </a:solidFill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79720" y="2089554"/>
            <a:ext cx="117813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2CC"/>
                </a:solidFill>
                <a:latin typeface="Comic Sans MS"/>
                <a:ea typeface="Comic Sans MS"/>
                <a:cs typeface="Comic Sans MS"/>
                <a:sym typeface="Comic Sans MS"/>
              </a:rPr>
              <a:t>Minesweepers Competition 2026 </a:t>
            </a:r>
            <a:endParaRPr b="1" sz="2400">
              <a:solidFill>
                <a:srgbClr val="FFF2CC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2CC"/>
                </a:solidFill>
                <a:latin typeface="Comic Sans MS"/>
                <a:ea typeface="Comic Sans MS"/>
                <a:cs typeface="Comic Sans MS"/>
                <a:sym typeface="Comic Sans MS"/>
              </a:rPr>
              <a:t>13</a:t>
            </a:r>
            <a:r>
              <a:rPr b="1" i="0" lang="en-US" sz="2400" u="none" cap="none" strike="noStrike">
                <a:solidFill>
                  <a:srgbClr val="FFF2CC"/>
                </a:solidFill>
                <a:latin typeface="Comic Sans MS"/>
                <a:ea typeface="Comic Sans MS"/>
                <a:cs typeface="Comic Sans MS"/>
                <a:sym typeface="Comic Sans MS"/>
              </a:rPr>
              <a:t>th Edition</a:t>
            </a:r>
            <a:endParaRPr sz="2400">
              <a:solidFill>
                <a:srgbClr val="FFF2CC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175" y="265650"/>
            <a:ext cx="3292175" cy="12008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4133140" y="4431690"/>
            <a:ext cx="3774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rPr>
              <a:t>Category</a:t>
            </a:r>
            <a:endParaRPr sz="2700">
              <a:solidFill>
                <a:schemeClr val="lt1"/>
              </a:solidFill>
            </a:endParaRPr>
          </a:p>
        </p:txBody>
      </p:sp>
      <p:pic>
        <p:nvPicPr>
          <p:cNvPr id="89" name="Google Shape;8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11425" y="5321500"/>
            <a:ext cx="1349600" cy="129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/>
          <p:cNvPicPr preferRelativeResize="0"/>
          <p:nvPr/>
        </p:nvPicPr>
        <p:blipFill>
          <a:blip r:embed="rId5">
            <a:alphaModFix amt="15000"/>
          </a:blip>
          <a:stretch>
            <a:fillRect/>
          </a:stretch>
        </p:blipFill>
        <p:spPr>
          <a:xfrm>
            <a:off x="602625" y="2712500"/>
            <a:ext cx="3712850" cy="371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>
          <a:blip r:embed="rId5">
            <a:alphaModFix amt="15000"/>
          </a:blip>
          <a:stretch>
            <a:fillRect/>
          </a:stretch>
        </p:blipFill>
        <p:spPr>
          <a:xfrm flipH="1" rot="917799">
            <a:off x="8493142" y="180163"/>
            <a:ext cx="3357474" cy="3357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7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/>
        </p:nvSpPr>
        <p:spPr>
          <a:xfrm>
            <a:off x="609600" y="457200"/>
            <a:ext cx="3295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09600" y="6153150"/>
            <a:ext cx="3552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838F"/>
                </a:solidFill>
                <a:latin typeface="Cairo"/>
                <a:ea typeface="Cairo"/>
                <a:cs typeface="Cairo"/>
                <a:sym typeface="Cairo"/>
              </a:rPr>
              <a:t>Minesweepers </a:t>
            </a:r>
            <a:r>
              <a:rPr b="1" lang="en-US" sz="1050">
                <a:solidFill>
                  <a:srgbClr val="00838F"/>
                </a:solidFill>
                <a:latin typeface="Cairo"/>
                <a:ea typeface="Cairo"/>
                <a:cs typeface="Cairo"/>
                <a:sym typeface="Cairo"/>
              </a:rPr>
              <a:t>13</a:t>
            </a:r>
            <a:r>
              <a:rPr b="1" i="0" lang="en-US" sz="1050" u="none" cap="none" strike="noStrike">
                <a:solidFill>
                  <a:srgbClr val="00838F"/>
                </a:solidFill>
                <a:latin typeface="Cairo"/>
                <a:ea typeface="Cairo"/>
                <a:cs typeface="Cairo"/>
                <a:sym typeface="Cairo"/>
              </a:rPr>
              <a:t>th Edition Presentation Template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1163300" y="6153150"/>
            <a:ext cx="514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09600" y="999250"/>
            <a:ext cx="9400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00838F"/>
                </a:solidFill>
                <a:latin typeface="Cairo"/>
                <a:ea typeface="Cairo"/>
                <a:cs typeface="Cairo"/>
                <a:sym typeface="Cairo"/>
              </a:rPr>
              <a:t>TITLE</a:t>
            </a:r>
            <a:endParaRPr sz="2100">
              <a:solidFill>
                <a:srgbClr val="00838F"/>
              </a:solidFill>
            </a:endParaRPr>
          </a:p>
        </p:txBody>
      </p:sp>
      <p:pic>
        <p:nvPicPr>
          <p:cNvPr id="100" name="Google Shape;100;p14" title="m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20800" y="233400"/>
            <a:ext cx="1790225" cy="119535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609600" y="1849100"/>
            <a:ext cx="8968500" cy="3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B30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/>
          <p:nvPr/>
        </p:nvSpPr>
        <p:spPr>
          <a:xfrm>
            <a:off x="5810250" y="5395912"/>
            <a:ext cx="571500" cy="38100"/>
          </a:xfrm>
          <a:prstGeom prst="roundRect">
            <a:avLst>
              <a:gd fmla="val 50000" name="adj"/>
            </a:avLst>
          </a:prstGeom>
          <a:solidFill>
            <a:srgbClr val="00AC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4227016" y="2491887"/>
            <a:ext cx="3738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Thank You</a:t>
            </a:r>
            <a:endParaRPr/>
          </a:p>
        </p:txBody>
      </p:sp>
      <p:pic>
        <p:nvPicPr>
          <p:cNvPr id="109" name="Google Shape;10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2225" y="710425"/>
            <a:ext cx="3292175" cy="120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21225" y="3811400"/>
            <a:ext cx="1349600" cy="12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